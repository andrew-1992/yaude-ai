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SANADI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coding &amp; research partner for Africa's next generation of builders.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•  Juba, South Sudan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tools weren't built for African students and developers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1E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costs are steep relative to South Sudanese and regional incomes.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1E8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2402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language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mainstream AI tool supports Juba Arabic or reflects African academic context.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1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2402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broadband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assume constant high-bandwidth connectivity that much of the region doesn't have.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2402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mentorship gap-fill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34747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early-career developers lack access to code review, mentorship, or research guidance — AI could fill this, but isn't reaching them.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&amp; research assistant built for the African context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" y="2084832"/>
            <a:ext cx="219456" cy="457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help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901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debugging, and explanation aimed at students and early-career developers.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" y="2980944"/>
            <a:ext cx="219456" cy="457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7980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798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summarization, writing assistance, and structured guidance for academic research and theses.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1111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" y="3877056"/>
            <a:ext cx="219456" cy="457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6941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6941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Juba Arabic and English support built in from the start — not bolted on afterward.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812" y="4773168"/>
            <a:ext cx="219456" cy="457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590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local conditions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5902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interface designed for constrained connectivity, priced for local income levels.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 real technical foundation, redirected toward a focused product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open-weight coder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90672" y="2788920"/>
            <a:ext cx="173736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+ research SFT data (bilingual)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33872" y="2788920"/>
            <a:ext cx="173736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serving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77072" y="2788920"/>
            <a:ext cx="173736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assistant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foundation (already built)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1.28B-parameter transformer trained from scratch (RoPE, RMSNorm, SwiGLU)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SDLC: ingestion → tokenizer → pretraining → SFT → serving → frontend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 system ready to extend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phase-2+ research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251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foundation-model research continues as a longer-term initiative once the product has traction, real usage data, and funding to justify the investment.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Sudanese university students &amp; developers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772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across East Africa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1248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infrastructure &amp; API access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coding/research tools compete on raw capability. Sanadi AI competes on local fit — affordability, connectivity tolerance, and genuine Juba Arabic support — a position no global lab is building toward.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paths, phased over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457200" cy="731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subscription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usage limits; affordable paid tier priced for local purchasing power.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2240280"/>
            <a:ext cx="457200" cy="731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licenses for universities and training programs covering all enrolled students.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240280"/>
            <a:ext cx="457200" cy="731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development contracts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deployments for organizations already engaged via Alole Technologies Limited.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2240280"/>
            <a:ext cx="457200" cy="731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(future)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8116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and hosting/compute services for other regional builders.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narrow, with direct access to our first users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31620" y="2377440"/>
            <a:ext cx="640080" cy="64008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15316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71700" y="2670048"/>
            <a:ext cx="2286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at Starford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67588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relationships, campus demos, student ambassadors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6260" y="2377440"/>
            <a:ext cx="640080" cy="64008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43662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06340" y="2670048"/>
            <a:ext cx="2286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existing network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83280" y="367588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Alole Technologies and prior ventures for warm intros &amp; credibility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00900" y="2377440"/>
            <a:ext cx="640080" cy="64008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72009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40980" y="2670048"/>
            <a:ext cx="2286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367588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hackathons, research-writing clinics with universities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35540" y="2377440"/>
            <a:ext cx="640080" cy="64008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55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52560" y="367588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Low/no-cost entry tier reduces adoption friction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starting from zero — a working model, pipeline, and client base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model trained from scratch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8-stage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SDLC: ingestion to evaluation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clients (SSRRC, RCCL) via Alole Technologies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 payments platform: MTN MoMo + bank rail integration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competing on raw capability — competing on local fit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43200" cy="777240"/>
          </a:xfrm>
          <a:prstGeom prst="rect">
            <a:avLst/>
          </a:prstGeom>
          <a:solidFill>
            <a:srgbClr val="EDEDED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965960"/>
            <a:ext cx="3931920" cy="777240"/>
          </a:xfrm>
          <a:prstGeom prst="rect">
            <a:avLst/>
          </a:prstGeom>
          <a:solidFill>
            <a:srgbClr val="EDEDED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 (Copilot, ChatGPT, etc.)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965960"/>
            <a:ext cx="393192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743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subscription pricing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2743200"/>
            <a:ext cx="3931920" cy="777240"/>
          </a:xfrm>
          <a:prstGeom prst="rect">
            <a:avLst/>
          </a:prstGeom>
          <a:solidFill>
            <a:srgbClr val="F5F1E8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743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local income levels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352044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high bandwidth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3520440"/>
            <a:ext cx="3931920" cy="777240"/>
          </a:xfrm>
          <a:prstGeom prst="rect">
            <a:avLst/>
          </a:prstGeom>
          <a:solidFill>
            <a:srgbClr val="F5F1E8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constrained connectivity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97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429768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23760" y="4297680"/>
            <a:ext cx="3931920" cy="777240"/>
          </a:xfrm>
          <a:prstGeom prst="rect">
            <a:avLst/>
          </a:prstGeom>
          <a:solidFill>
            <a:srgbClr val="F5F1E8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Juba Arabic + English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507492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5074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Western-academic default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23760" y="5074920"/>
            <a:ext cx="3931920" cy="777240"/>
          </a:xfrm>
          <a:prstGeom prst="rect">
            <a:avLst/>
          </a:prstGeom>
          <a:solidFill>
            <a:srgbClr val="F5F1E8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5074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academic &amp; dev context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Founder-led, with real technical and operating experience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18288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Omol — Founder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student, Starford International University, South Sudan  •  Self-taught AI/ML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8503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Founder/operator of Alole Technologies Limited (IT/software services)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institutional clients: SSRRC, RCCL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Sanadi AI's model pipeline from scratch: 1.28B-parameter transformer, custom tokenizer, full SDLC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Dala, a WhatsApp-native payments platform integrating MTN MoMo and bank rails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from focused product to regional infrastructure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research assistant for South Sudanese students and developers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base model • launch at Starford • first 500–1,000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1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licensing • East Africa expansion • WhatsApp access 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1E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2926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foundation model research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40690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API/compute access for regional builders • resume from-scratch model 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to take Sanadi AI from working technology to a live product with real student and developer users.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2834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2834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1540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allocation — to be refined with a bottom-up budget before a specific ask amount is finalized.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sanadi.ai  •  Juba, South Sudan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2026-08-25T09:24:23Z</dcterms:created>
  <dcterms:modified xsi:type="dcterms:W3CDTF">2026-08-25T09:24:23Z</dcterms:modified>
</cp:coreProperties>
</file>